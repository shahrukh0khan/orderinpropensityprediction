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5" r:id="rId5"/>
    <p:sldId id="293" r:id="rId6"/>
    <p:sldId id="286" r:id="rId7"/>
    <p:sldId id="287" r:id="rId8"/>
    <p:sldId id="291" r:id="rId9"/>
    <p:sldId id="29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30A067-2B73-47B5-B5F0-D1A2CB498087}" v="495" dt="2021-05-17T01:47:53.818"/>
    <p1510:client id="{440E73D3-578A-4D78-BE1B-B42BFDAB76E0}" v="4" dt="2021-05-17T13:56:17.4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19" autoAdjust="0"/>
  </p:normalViewPr>
  <p:slideViewPr>
    <p:cSldViewPr snapToGrid="0">
      <p:cViewPr varScale="1">
        <p:scale>
          <a:sx n="44" d="100"/>
          <a:sy n="44" d="100"/>
        </p:scale>
        <p:origin x="56" y="1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rukh Khan" userId="8cb308eca37fa179" providerId="LiveId" clId="{440E73D3-578A-4D78-BE1B-B42BFDAB76E0}"/>
    <pc:docChg chg="modSld">
      <pc:chgData name="Shahrukh Khan" userId="8cb308eca37fa179" providerId="LiveId" clId="{440E73D3-578A-4D78-BE1B-B42BFDAB76E0}" dt="2021-05-17T13:56:17.427" v="6" actId="20577"/>
      <pc:docMkLst>
        <pc:docMk/>
      </pc:docMkLst>
      <pc:sldChg chg="modSp mod">
        <pc:chgData name="Shahrukh Khan" userId="8cb308eca37fa179" providerId="LiveId" clId="{440E73D3-578A-4D78-BE1B-B42BFDAB76E0}" dt="2021-05-17T13:56:17.427" v="6" actId="20577"/>
        <pc:sldMkLst>
          <pc:docMk/>
          <pc:sldMk cId="1292513021" sldId="286"/>
        </pc:sldMkLst>
        <pc:spChg chg="mod">
          <ac:chgData name="Shahrukh Khan" userId="8cb308eca37fa179" providerId="LiveId" clId="{440E73D3-578A-4D78-BE1B-B42BFDAB76E0}" dt="2021-05-17T02:07:25.989" v="2" actId="14100"/>
          <ac:spMkLst>
            <pc:docMk/>
            <pc:sldMk cId="1292513021" sldId="286"/>
            <ac:spMk id="4" creationId="{125DF905-6594-4E85-93EE-E418D555314F}"/>
          </ac:spMkLst>
        </pc:spChg>
        <pc:spChg chg="mod">
          <ac:chgData name="Shahrukh Khan" userId="8cb308eca37fa179" providerId="LiveId" clId="{440E73D3-578A-4D78-BE1B-B42BFDAB76E0}" dt="2021-05-17T02:07:53.569" v="3" actId="1076"/>
          <ac:spMkLst>
            <pc:docMk/>
            <pc:sldMk cId="1292513021" sldId="286"/>
            <ac:spMk id="5" creationId="{9B4EB67A-D2E3-4948-A62B-F881B0A1A551}"/>
          </ac:spMkLst>
        </pc:spChg>
        <pc:spChg chg="mod">
          <ac:chgData name="Shahrukh Khan" userId="8cb308eca37fa179" providerId="LiveId" clId="{440E73D3-578A-4D78-BE1B-B42BFDAB76E0}" dt="2021-05-17T02:08:04.818" v="4" actId="1076"/>
          <ac:spMkLst>
            <pc:docMk/>
            <pc:sldMk cId="1292513021" sldId="286"/>
            <ac:spMk id="6" creationId="{36227701-D190-4B23-B1D2-D11C4781A879}"/>
          </ac:spMkLst>
        </pc:spChg>
        <pc:graphicFrameChg chg="mod">
          <ac:chgData name="Shahrukh Khan" userId="8cb308eca37fa179" providerId="LiveId" clId="{440E73D3-578A-4D78-BE1B-B42BFDAB76E0}" dt="2021-05-17T13:56:17.427" v="6" actId="20577"/>
          <ac:graphicFrameMkLst>
            <pc:docMk/>
            <pc:sldMk cId="1292513021" sldId="286"/>
            <ac:graphicFrameMk id="9" creationId="{D7AAD215-7648-4976-8B72-EE28F2346CB4}"/>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71790D-C0A2-4397-B043-D39B93911B88}" type="doc">
      <dgm:prSet loTypeId="urn:microsoft.com/office/officeart/2005/8/layout/hProcess3" loCatId="process" qsTypeId="urn:microsoft.com/office/officeart/2005/8/quickstyle/simple1" qsCatId="simple" csTypeId="urn:microsoft.com/office/officeart/2005/8/colors/accent1_5" csCatId="accent1" phldr="1"/>
      <dgm:spPr/>
      <dgm:t>
        <a:bodyPr/>
        <a:lstStyle/>
        <a:p>
          <a:endParaRPr lang="en-US"/>
        </a:p>
      </dgm:t>
    </dgm:pt>
    <dgm:pt modelId="{2870A21E-CAB3-420A-A996-B51160D458EF}">
      <dgm:prSet/>
      <dgm:spPr/>
      <dgm:t>
        <a:bodyPr/>
        <a:lstStyle/>
        <a:p>
          <a:r>
            <a:rPr lang="en-US" dirty="0"/>
            <a:t>Exploratory Data Analysis</a:t>
          </a:r>
        </a:p>
      </dgm:t>
    </dgm:pt>
    <dgm:pt modelId="{02469096-BCF2-41DD-8CD2-615BA1CF5D48}" type="parTrans" cxnId="{223343A4-AC98-498C-8E64-3C2D9769A050}">
      <dgm:prSet/>
      <dgm:spPr/>
      <dgm:t>
        <a:bodyPr/>
        <a:lstStyle/>
        <a:p>
          <a:endParaRPr lang="en-US"/>
        </a:p>
      </dgm:t>
    </dgm:pt>
    <dgm:pt modelId="{91F4524C-234B-4D30-9468-001BADEB75EF}" type="sibTrans" cxnId="{223343A4-AC98-498C-8E64-3C2D9769A050}">
      <dgm:prSet/>
      <dgm:spPr/>
      <dgm:t>
        <a:bodyPr/>
        <a:lstStyle/>
        <a:p>
          <a:endParaRPr lang="en-US"/>
        </a:p>
      </dgm:t>
    </dgm:pt>
    <dgm:pt modelId="{3B78EAE5-A5FA-4328-811C-AD6493A6167D}">
      <dgm:prSet custT="1"/>
      <dgm:spPr/>
      <dgm:t>
        <a:bodyPr/>
        <a:lstStyle/>
        <a:p>
          <a:r>
            <a:rPr lang="en-US" sz="1800" dirty="0"/>
            <a:t>Visualizing data to gain insights and observe various aspects of the dataset.</a:t>
          </a:r>
          <a:endParaRPr lang="en-US" sz="1400" dirty="0"/>
        </a:p>
      </dgm:t>
    </dgm:pt>
    <dgm:pt modelId="{B88AF4A5-7B7D-44F1-894E-D454F44B9F04}" type="parTrans" cxnId="{F3F6D090-41B6-4F24-888C-5F406A80D633}">
      <dgm:prSet/>
      <dgm:spPr/>
      <dgm:t>
        <a:bodyPr/>
        <a:lstStyle/>
        <a:p>
          <a:endParaRPr lang="en-US"/>
        </a:p>
      </dgm:t>
    </dgm:pt>
    <dgm:pt modelId="{B1E2C81C-D5B4-470B-B4C4-2217A22AE8C7}" type="sibTrans" cxnId="{F3F6D090-41B6-4F24-888C-5F406A80D633}">
      <dgm:prSet/>
      <dgm:spPr/>
      <dgm:t>
        <a:bodyPr/>
        <a:lstStyle/>
        <a:p>
          <a:endParaRPr lang="en-US"/>
        </a:p>
      </dgm:t>
    </dgm:pt>
    <dgm:pt modelId="{A1F1CF8A-D7D6-49E8-B5AB-683EB323A1CA}">
      <dgm:prSet/>
      <dgm:spPr/>
      <dgm:t>
        <a:bodyPr/>
        <a:lstStyle/>
        <a:p>
          <a:r>
            <a:rPr lang="en-US" dirty="0"/>
            <a:t>Feature Engineering and Selection</a:t>
          </a:r>
        </a:p>
      </dgm:t>
    </dgm:pt>
    <dgm:pt modelId="{F3052621-4C25-411C-997F-1BC70983AF98}" type="parTrans" cxnId="{75E0DC7F-9AD6-431D-9582-C41DE63F5A2F}">
      <dgm:prSet/>
      <dgm:spPr/>
      <dgm:t>
        <a:bodyPr/>
        <a:lstStyle/>
        <a:p>
          <a:endParaRPr lang="en-US"/>
        </a:p>
      </dgm:t>
    </dgm:pt>
    <dgm:pt modelId="{D08654DE-93C4-4551-91D8-9EC16D81DA94}" type="sibTrans" cxnId="{75E0DC7F-9AD6-431D-9582-C41DE63F5A2F}">
      <dgm:prSet/>
      <dgm:spPr/>
      <dgm:t>
        <a:bodyPr/>
        <a:lstStyle/>
        <a:p>
          <a:endParaRPr lang="en-US"/>
        </a:p>
      </dgm:t>
    </dgm:pt>
    <dgm:pt modelId="{BC3205E6-0A87-4276-AEC9-4EDA5FFBAC9B}">
      <dgm:prSet custT="1"/>
      <dgm:spPr/>
      <dgm:t>
        <a:bodyPr/>
        <a:lstStyle/>
        <a:p>
          <a:r>
            <a:rPr lang="en-US" sz="1800" dirty="0"/>
            <a:t>Feature transformation according to data types and selection with the help of EDA. </a:t>
          </a:r>
        </a:p>
      </dgm:t>
    </dgm:pt>
    <dgm:pt modelId="{85D75CDC-A094-4047-9EEA-B451A6FFC824}" type="parTrans" cxnId="{00FD12AD-F0E8-41FC-B4CC-DFF9425E4977}">
      <dgm:prSet/>
      <dgm:spPr/>
      <dgm:t>
        <a:bodyPr/>
        <a:lstStyle/>
        <a:p>
          <a:endParaRPr lang="en-US"/>
        </a:p>
      </dgm:t>
    </dgm:pt>
    <dgm:pt modelId="{57061FBB-BFD2-4078-BE2D-FE93249E323B}" type="sibTrans" cxnId="{00FD12AD-F0E8-41FC-B4CC-DFF9425E4977}">
      <dgm:prSet/>
      <dgm:spPr/>
      <dgm:t>
        <a:bodyPr/>
        <a:lstStyle/>
        <a:p>
          <a:endParaRPr lang="en-US"/>
        </a:p>
      </dgm:t>
    </dgm:pt>
    <dgm:pt modelId="{44DE022E-8B23-4B67-966E-DA67380088B4}">
      <dgm:prSet/>
      <dgm:spPr/>
      <dgm:t>
        <a:bodyPr/>
        <a:lstStyle/>
        <a:p>
          <a:r>
            <a:rPr lang="en-US" dirty="0"/>
            <a:t>Train/Test split</a:t>
          </a:r>
        </a:p>
      </dgm:t>
    </dgm:pt>
    <dgm:pt modelId="{D3AD2D84-BFA8-43BF-B461-28130FDD2127}" type="parTrans" cxnId="{DA150FD4-F77B-4279-BB99-4CC96C58651B}">
      <dgm:prSet/>
      <dgm:spPr/>
      <dgm:t>
        <a:bodyPr/>
        <a:lstStyle/>
        <a:p>
          <a:endParaRPr lang="en-US"/>
        </a:p>
      </dgm:t>
    </dgm:pt>
    <dgm:pt modelId="{C0465496-9D27-404B-80BD-96C8C07601CC}" type="sibTrans" cxnId="{DA150FD4-F77B-4279-BB99-4CC96C58651B}">
      <dgm:prSet/>
      <dgm:spPr/>
      <dgm:t>
        <a:bodyPr/>
        <a:lstStyle/>
        <a:p>
          <a:endParaRPr lang="en-US"/>
        </a:p>
      </dgm:t>
    </dgm:pt>
    <dgm:pt modelId="{371771C7-5F4C-4532-8C69-FCA02F43955C}">
      <dgm:prSet custT="1"/>
      <dgm:spPr/>
      <dgm:t>
        <a:bodyPr/>
        <a:lstStyle/>
        <a:p>
          <a:r>
            <a:rPr lang="en-US" sz="1800" dirty="0"/>
            <a:t>Dividing data for training and testing the models. </a:t>
          </a:r>
        </a:p>
      </dgm:t>
    </dgm:pt>
    <dgm:pt modelId="{400C71B0-9924-4A94-BBEF-FC7317E27554}" type="parTrans" cxnId="{1D998F3A-06FD-478A-A892-01F62AB72373}">
      <dgm:prSet/>
      <dgm:spPr/>
      <dgm:t>
        <a:bodyPr/>
        <a:lstStyle/>
        <a:p>
          <a:endParaRPr lang="en-US"/>
        </a:p>
      </dgm:t>
    </dgm:pt>
    <dgm:pt modelId="{9A19B43F-D2C6-48D3-BB00-3370CEBBE5CA}" type="sibTrans" cxnId="{1D998F3A-06FD-478A-A892-01F62AB72373}">
      <dgm:prSet/>
      <dgm:spPr/>
      <dgm:t>
        <a:bodyPr/>
        <a:lstStyle/>
        <a:p>
          <a:endParaRPr lang="en-US"/>
        </a:p>
      </dgm:t>
    </dgm:pt>
    <dgm:pt modelId="{0002360E-AF66-4457-9B3B-14EDBAF7D457}">
      <dgm:prSet/>
      <dgm:spPr/>
      <dgm:t>
        <a:bodyPr/>
        <a:lstStyle/>
        <a:p>
          <a:r>
            <a:rPr lang="en-US" dirty="0"/>
            <a:t>Model Development</a:t>
          </a:r>
        </a:p>
      </dgm:t>
    </dgm:pt>
    <dgm:pt modelId="{8D64D09D-F8E9-4DD7-9B14-148F6F60F29F}" type="parTrans" cxnId="{139BE2EA-FFBA-4B3B-A1D4-B58510CBB61F}">
      <dgm:prSet/>
      <dgm:spPr/>
      <dgm:t>
        <a:bodyPr/>
        <a:lstStyle/>
        <a:p>
          <a:endParaRPr lang="en-GB"/>
        </a:p>
      </dgm:t>
    </dgm:pt>
    <dgm:pt modelId="{0B05E53F-16F1-4536-B890-75C8002A21E8}" type="sibTrans" cxnId="{139BE2EA-FFBA-4B3B-A1D4-B58510CBB61F}">
      <dgm:prSet/>
      <dgm:spPr/>
      <dgm:t>
        <a:bodyPr/>
        <a:lstStyle/>
        <a:p>
          <a:endParaRPr lang="en-GB"/>
        </a:p>
      </dgm:t>
    </dgm:pt>
    <dgm:pt modelId="{7CBB3B49-79F7-4D03-83CD-479EDBFAFBCA}">
      <dgm:prSet/>
      <dgm:spPr/>
      <dgm:t>
        <a:bodyPr/>
        <a:lstStyle/>
        <a:p>
          <a:r>
            <a:rPr lang="en-US" dirty="0" err="1"/>
            <a:t>Analyse</a:t>
          </a:r>
          <a:r>
            <a:rPr lang="en-US" dirty="0"/>
            <a:t> </a:t>
          </a:r>
        </a:p>
      </dgm:t>
    </dgm:pt>
    <dgm:pt modelId="{FE390B62-2067-4285-80B5-1F69DEEDC907}" type="parTrans" cxnId="{3234069D-6D69-454C-9D32-32238CBAC620}">
      <dgm:prSet/>
      <dgm:spPr/>
      <dgm:t>
        <a:bodyPr/>
        <a:lstStyle/>
        <a:p>
          <a:endParaRPr lang="en-GB"/>
        </a:p>
      </dgm:t>
    </dgm:pt>
    <dgm:pt modelId="{E808B566-B13B-4D05-85FB-F250BD148322}" type="sibTrans" cxnId="{3234069D-6D69-454C-9D32-32238CBAC620}">
      <dgm:prSet/>
      <dgm:spPr/>
      <dgm:t>
        <a:bodyPr/>
        <a:lstStyle/>
        <a:p>
          <a:endParaRPr lang="en-GB"/>
        </a:p>
      </dgm:t>
    </dgm:pt>
    <dgm:pt modelId="{BAE4DDAB-59D1-449E-945B-ACD8C334BCC0}" type="pres">
      <dgm:prSet presAssocID="{0A71790D-C0A2-4397-B043-D39B93911B88}" presName="Name0" presStyleCnt="0">
        <dgm:presLayoutVars>
          <dgm:dir/>
          <dgm:animLvl val="lvl"/>
          <dgm:resizeHandles val="exact"/>
        </dgm:presLayoutVars>
      </dgm:prSet>
      <dgm:spPr/>
    </dgm:pt>
    <dgm:pt modelId="{4C6B6E85-0CC8-4751-9243-3DED186E3753}" type="pres">
      <dgm:prSet presAssocID="{0A71790D-C0A2-4397-B043-D39B93911B88}" presName="dummy" presStyleCnt="0"/>
      <dgm:spPr/>
    </dgm:pt>
    <dgm:pt modelId="{8CE8E194-089E-4F17-905C-488B0AEFF0FD}" type="pres">
      <dgm:prSet presAssocID="{0A71790D-C0A2-4397-B043-D39B93911B88}" presName="linH" presStyleCnt="0"/>
      <dgm:spPr/>
    </dgm:pt>
    <dgm:pt modelId="{F7E1B3A1-ACD0-415F-A248-91153264F810}" type="pres">
      <dgm:prSet presAssocID="{0A71790D-C0A2-4397-B043-D39B93911B88}" presName="padding1" presStyleCnt="0"/>
      <dgm:spPr/>
    </dgm:pt>
    <dgm:pt modelId="{08E3337E-BD7F-4EB6-BF14-1706B815EB89}" type="pres">
      <dgm:prSet presAssocID="{2870A21E-CAB3-420A-A996-B51160D458EF}" presName="linV" presStyleCnt="0"/>
      <dgm:spPr/>
    </dgm:pt>
    <dgm:pt modelId="{8777C2EE-64B4-4AFC-9045-5F2B132B9170}" type="pres">
      <dgm:prSet presAssocID="{2870A21E-CAB3-420A-A996-B51160D458EF}" presName="spVertical1" presStyleCnt="0"/>
      <dgm:spPr/>
    </dgm:pt>
    <dgm:pt modelId="{95AB1EDD-10D4-4698-B90C-9982CF0B28D7}" type="pres">
      <dgm:prSet presAssocID="{2870A21E-CAB3-420A-A996-B51160D458EF}" presName="parTx" presStyleLbl="revTx" presStyleIdx="0" presStyleCnt="8">
        <dgm:presLayoutVars>
          <dgm:chMax val="0"/>
          <dgm:chPref val="0"/>
          <dgm:bulletEnabled val="1"/>
        </dgm:presLayoutVars>
      </dgm:prSet>
      <dgm:spPr/>
    </dgm:pt>
    <dgm:pt modelId="{24318DD6-9848-4ACB-8675-E0A5A9EAE105}" type="pres">
      <dgm:prSet presAssocID="{2870A21E-CAB3-420A-A996-B51160D458EF}" presName="spVertical2" presStyleCnt="0"/>
      <dgm:spPr/>
    </dgm:pt>
    <dgm:pt modelId="{32784293-EF70-4A14-AA94-747295CA4792}" type="pres">
      <dgm:prSet presAssocID="{2870A21E-CAB3-420A-A996-B51160D458EF}" presName="spVertical3" presStyleCnt="0"/>
      <dgm:spPr/>
    </dgm:pt>
    <dgm:pt modelId="{D6F112C7-BE95-4D64-8777-1585D97BB7B7}" type="pres">
      <dgm:prSet presAssocID="{2870A21E-CAB3-420A-A996-B51160D458EF}" presName="desTx" presStyleLbl="revTx" presStyleIdx="1" presStyleCnt="8">
        <dgm:presLayoutVars>
          <dgm:bulletEnabled val="1"/>
        </dgm:presLayoutVars>
      </dgm:prSet>
      <dgm:spPr/>
    </dgm:pt>
    <dgm:pt modelId="{E08D569F-0D4C-4399-BCAC-1BB6B5ED1043}" type="pres">
      <dgm:prSet presAssocID="{91F4524C-234B-4D30-9468-001BADEB75EF}" presName="space" presStyleCnt="0"/>
      <dgm:spPr/>
    </dgm:pt>
    <dgm:pt modelId="{DCC5178F-8C38-4486-B222-73B0A91CB729}" type="pres">
      <dgm:prSet presAssocID="{A1F1CF8A-D7D6-49E8-B5AB-683EB323A1CA}" presName="linV" presStyleCnt="0"/>
      <dgm:spPr/>
    </dgm:pt>
    <dgm:pt modelId="{59665170-D5BE-4BFF-A8C8-5546889A1B20}" type="pres">
      <dgm:prSet presAssocID="{A1F1CF8A-D7D6-49E8-B5AB-683EB323A1CA}" presName="spVertical1" presStyleCnt="0"/>
      <dgm:spPr/>
    </dgm:pt>
    <dgm:pt modelId="{BC0F24DC-1A95-412D-A35A-E634D3E7C5DA}" type="pres">
      <dgm:prSet presAssocID="{A1F1CF8A-D7D6-49E8-B5AB-683EB323A1CA}" presName="parTx" presStyleLbl="revTx" presStyleIdx="2" presStyleCnt="8">
        <dgm:presLayoutVars>
          <dgm:chMax val="0"/>
          <dgm:chPref val="0"/>
          <dgm:bulletEnabled val="1"/>
        </dgm:presLayoutVars>
      </dgm:prSet>
      <dgm:spPr/>
    </dgm:pt>
    <dgm:pt modelId="{F9DAFE81-E764-4890-BB32-ABA7EACE89A7}" type="pres">
      <dgm:prSet presAssocID="{A1F1CF8A-D7D6-49E8-B5AB-683EB323A1CA}" presName="spVertical2" presStyleCnt="0"/>
      <dgm:spPr/>
    </dgm:pt>
    <dgm:pt modelId="{C9E1E7F1-6495-49A3-8E27-D78E0474B919}" type="pres">
      <dgm:prSet presAssocID="{A1F1CF8A-D7D6-49E8-B5AB-683EB323A1CA}" presName="spVertical3" presStyleCnt="0"/>
      <dgm:spPr/>
    </dgm:pt>
    <dgm:pt modelId="{E899C97F-38A6-4F76-8008-B37898CFCDDB}" type="pres">
      <dgm:prSet presAssocID="{A1F1CF8A-D7D6-49E8-B5AB-683EB323A1CA}" presName="desTx" presStyleLbl="revTx" presStyleIdx="3" presStyleCnt="8">
        <dgm:presLayoutVars>
          <dgm:bulletEnabled val="1"/>
        </dgm:presLayoutVars>
      </dgm:prSet>
      <dgm:spPr/>
    </dgm:pt>
    <dgm:pt modelId="{49B3A2B7-C9E8-4510-A97C-3791B8ED9F04}" type="pres">
      <dgm:prSet presAssocID="{D08654DE-93C4-4551-91D8-9EC16D81DA94}" presName="space" presStyleCnt="0"/>
      <dgm:spPr/>
    </dgm:pt>
    <dgm:pt modelId="{B2D18FE2-ADD5-4153-8BE7-847B5B0B5D0B}" type="pres">
      <dgm:prSet presAssocID="{44DE022E-8B23-4B67-966E-DA67380088B4}" presName="linV" presStyleCnt="0"/>
      <dgm:spPr/>
    </dgm:pt>
    <dgm:pt modelId="{1001134C-13F7-4869-BE89-C0CC9A97FF88}" type="pres">
      <dgm:prSet presAssocID="{44DE022E-8B23-4B67-966E-DA67380088B4}" presName="spVertical1" presStyleCnt="0"/>
      <dgm:spPr/>
    </dgm:pt>
    <dgm:pt modelId="{F60DF3BB-6541-4CF8-B075-F2CD3330ECDB}" type="pres">
      <dgm:prSet presAssocID="{44DE022E-8B23-4B67-966E-DA67380088B4}" presName="parTx" presStyleLbl="revTx" presStyleIdx="4" presStyleCnt="8">
        <dgm:presLayoutVars>
          <dgm:chMax val="0"/>
          <dgm:chPref val="0"/>
          <dgm:bulletEnabled val="1"/>
        </dgm:presLayoutVars>
      </dgm:prSet>
      <dgm:spPr/>
    </dgm:pt>
    <dgm:pt modelId="{C6CFF35E-3841-4580-8CA1-20DD6A959B76}" type="pres">
      <dgm:prSet presAssocID="{44DE022E-8B23-4B67-966E-DA67380088B4}" presName="spVertical2" presStyleCnt="0"/>
      <dgm:spPr/>
    </dgm:pt>
    <dgm:pt modelId="{A5BCEC9E-710D-40A8-9FD6-342CFB5EF8D4}" type="pres">
      <dgm:prSet presAssocID="{44DE022E-8B23-4B67-966E-DA67380088B4}" presName="spVertical3" presStyleCnt="0"/>
      <dgm:spPr/>
    </dgm:pt>
    <dgm:pt modelId="{9B06AD93-F0B2-4E7A-92D2-6F8B9E1DDDAE}" type="pres">
      <dgm:prSet presAssocID="{44DE022E-8B23-4B67-966E-DA67380088B4}" presName="desTx" presStyleLbl="revTx" presStyleIdx="5" presStyleCnt="8">
        <dgm:presLayoutVars>
          <dgm:bulletEnabled val="1"/>
        </dgm:presLayoutVars>
      </dgm:prSet>
      <dgm:spPr/>
    </dgm:pt>
    <dgm:pt modelId="{3A95B814-13F0-4EDF-8150-1D60A088DB83}" type="pres">
      <dgm:prSet presAssocID="{C0465496-9D27-404B-80BD-96C8C07601CC}" presName="space" presStyleCnt="0"/>
      <dgm:spPr/>
    </dgm:pt>
    <dgm:pt modelId="{256E3404-2290-4FE2-9A64-14C15AD91552}" type="pres">
      <dgm:prSet presAssocID="{0002360E-AF66-4457-9B3B-14EDBAF7D457}" presName="linV" presStyleCnt="0"/>
      <dgm:spPr/>
    </dgm:pt>
    <dgm:pt modelId="{810CBF19-1F4B-442D-A3BC-01DD7B9761EB}" type="pres">
      <dgm:prSet presAssocID="{0002360E-AF66-4457-9B3B-14EDBAF7D457}" presName="spVertical1" presStyleCnt="0"/>
      <dgm:spPr/>
    </dgm:pt>
    <dgm:pt modelId="{B9F31177-0495-463C-B954-4AF715509641}" type="pres">
      <dgm:prSet presAssocID="{0002360E-AF66-4457-9B3B-14EDBAF7D457}" presName="parTx" presStyleLbl="revTx" presStyleIdx="6" presStyleCnt="8" custLinFactNeighborX="-8163" custLinFactNeighborY="279">
        <dgm:presLayoutVars>
          <dgm:chMax val="0"/>
          <dgm:chPref val="0"/>
          <dgm:bulletEnabled val="1"/>
        </dgm:presLayoutVars>
      </dgm:prSet>
      <dgm:spPr/>
    </dgm:pt>
    <dgm:pt modelId="{E5ECFAF4-A29D-49A6-82ED-8208967F2AE5}" type="pres">
      <dgm:prSet presAssocID="{0002360E-AF66-4457-9B3B-14EDBAF7D457}" presName="spVertical2" presStyleCnt="0"/>
      <dgm:spPr/>
    </dgm:pt>
    <dgm:pt modelId="{1B6A40CA-7CD3-41DF-B638-3CD97C5E703F}" type="pres">
      <dgm:prSet presAssocID="{0002360E-AF66-4457-9B3B-14EDBAF7D457}" presName="spVertical3" presStyleCnt="0"/>
      <dgm:spPr/>
    </dgm:pt>
    <dgm:pt modelId="{1D48863F-2738-4236-BBCD-417DE4F609BC}" type="pres">
      <dgm:prSet presAssocID="{0B05E53F-16F1-4536-B890-75C8002A21E8}" presName="space" presStyleCnt="0"/>
      <dgm:spPr/>
    </dgm:pt>
    <dgm:pt modelId="{EBDF6B9D-8DE2-43D3-88B3-F7777238AA1D}" type="pres">
      <dgm:prSet presAssocID="{7CBB3B49-79F7-4D03-83CD-479EDBFAFBCA}" presName="linV" presStyleCnt="0"/>
      <dgm:spPr/>
    </dgm:pt>
    <dgm:pt modelId="{E9977FFC-0E91-4319-A9E5-E8F8350B2558}" type="pres">
      <dgm:prSet presAssocID="{7CBB3B49-79F7-4D03-83CD-479EDBFAFBCA}" presName="spVertical1" presStyleCnt="0"/>
      <dgm:spPr/>
    </dgm:pt>
    <dgm:pt modelId="{45E35A85-32EC-4E6B-89ED-DE05A5483DF5}" type="pres">
      <dgm:prSet presAssocID="{7CBB3B49-79F7-4D03-83CD-479EDBFAFBCA}" presName="parTx" presStyleLbl="revTx" presStyleIdx="7" presStyleCnt="8" custLinFactNeighborX="-15451" custLinFactNeighborY="2139">
        <dgm:presLayoutVars>
          <dgm:chMax val="0"/>
          <dgm:chPref val="0"/>
          <dgm:bulletEnabled val="1"/>
        </dgm:presLayoutVars>
      </dgm:prSet>
      <dgm:spPr/>
    </dgm:pt>
    <dgm:pt modelId="{49693D5D-8510-4628-BEB8-9E17A1857A92}" type="pres">
      <dgm:prSet presAssocID="{7CBB3B49-79F7-4D03-83CD-479EDBFAFBCA}" presName="spVertical2" presStyleCnt="0"/>
      <dgm:spPr/>
    </dgm:pt>
    <dgm:pt modelId="{C4BF95D7-C5F4-4D76-9E72-03BB2FB479E7}" type="pres">
      <dgm:prSet presAssocID="{7CBB3B49-79F7-4D03-83CD-479EDBFAFBCA}" presName="spVertical3" presStyleCnt="0"/>
      <dgm:spPr/>
    </dgm:pt>
    <dgm:pt modelId="{4F4D6874-E168-40E3-8671-67E95924E263}" type="pres">
      <dgm:prSet presAssocID="{0A71790D-C0A2-4397-B043-D39B93911B88}" presName="padding2" presStyleCnt="0"/>
      <dgm:spPr/>
    </dgm:pt>
    <dgm:pt modelId="{FDB852F4-C961-4D7C-9CBB-CE5DCCAD3E0D}" type="pres">
      <dgm:prSet presAssocID="{0A71790D-C0A2-4397-B043-D39B93911B88}" presName="negArrow" presStyleCnt="0"/>
      <dgm:spPr/>
    </dgm:pt>
    <dgm:pt modelId="{DBDFBDED-106B-4703-9DFE-4812A76B69DC}" type="pres">
      <dgm:prSet presAssocID="{0A71790D-C0A2-4397-B043-D39B93911B88}" presName="backgroundArrow" presStyleLbl="node1" presStyleIdx="0" presStyleCnt="1" custLinFactNeighborX="35" custLinFactNeighborY="-2561"/>
      <dgm:spPr>
        <a:solidFill>
          <a:schemeClr val="accent2">
            <a:alpha val="90000"/>
          </a:schemeClr>
        </a:solidFill>
      </dgm:spPr>
    </dgm:pt>
  </dgm:ptLst>
  <dgm:cxnLst>
    <dgm:cxn modelId="{1A50AC02-077A-4E5A-A5E3-15CC21C4D80D}" type="presOf" srcId="{44DE022E-8B23-4B67-966E-DA67380088B4}" destId="{F60DF3BB-6541-4CF8-B075-F2CD3330ECDB}" srcOrd="0" destOrd="0" presId="urn:microsoft.com/office/officeart/2005/8/layout/hProcess3"/>
    <dgm:cxn modelId="{1D998F3A-06FD-478A-A892-01F62AB72373}" srcId="{44DE022E-8B23-4B67-966E-DA67380088B4}" destId="{371771C7-5F4C-4532-8C69-FCA02F43955C}" srcOrd="0" destOrd="0" parTransId="{400C71B0-9924-4A94-BBEF-FC7317E27554}" sibTransId="{9A19B43F-D2C6-48D3-BB00-3370CEBBE5CA}"/>
    <dgm:cxn modelId="{F623723F-9F41-432E-8AF1-2DD9991C804F}" type="presOf" srcId="{0002360E-AF66-4457-9B3B-14EDBAF7D457}" destId="{B9F31177-0495-463C-B954-4AF715509641}" srcOrd="0" destOrd="0" presId="urn:microsoft.com/office/officeart/2005/8/layout/hProcess3"/>
    <dgm:cxn modelId="{6C7FF05F-8132-45C4-B79B-04D0A11C20B7}" type="presOf" srcId="{BC3205E6-0A87-4276-AEC9-4EDA5FFBAC9B}" destId="{E899C97F-38A6-4F76-8008-B37898CFCDDB}" srcOrd="0" destOrd="0" presId="urn:microsoft.com/office/officeart/2005/8/layout/hProcess3"/>
    <dgm:cxn modelId="{EEC29252-66C9-45EC-A0F9-D267AE43A56F}" type="presOf" srcId="{7CBB3B49-79F7-4D03-83CD-479EDBFAFBCA}" destId="{45E35A85-32EC-4E6B-89ED-DE05A5483DF5}" srcOrd="0" destOrd="0" presId="urn:microsoft.com/office/officeart/2005/8/layout/hProcess3"/>
    <dgm:cxn modelId="{75E0DC7F-9AD6-431D-9582-C41DE63F5A2F}" srcId="{0A71790D-C0A2-4397-B043-D39B93911B88}" destId="{A1F1CF8A-D7D6-49E8-B5AB-683EB323A1CA}" srcOrd="1" destOrd="0" parTransId="{F3052621-4C25-411C-997F-1BC70983AF98}" sibTransId="{D08654DE-93C4-4551-91D8-9EC16D81DA94}"/>
    <dgm:cxn modelId="{AEC63D83-062C-48C5-A610-11D17F45B58A}" type="presOf" srcId="{3B78EAE5-A5FA-4328-811C-AD6493A6167D}" destId="{D6F112C7-BE95-4D64-8777-1585D97BB7B7}" srcOrd="0" destOrd="0" presId="urn:microsoft.com/office/officeart/2005/8/layout/hProcess3"/>
    <dgm:cxn modelId="{F3F6D090-41B6-4F24-888C-5F406A80D633}" srcId="{2870A21E-CAB3-420A-A996-B51160D458EF}" destId="{3B78EAE5-A5FA-4328-811C-AD6493A6167D}" srcOrd="0" destOrd="0" parTransId="{B88AF4A5-7B7D-44F1-894E-D454F44B9F04}" sibTransId="{B1E2C81C-D5B4-470B-B4C4-2217A22AE8C7}"/>
    <dgm:cxn modelId="{01020393-7B69-48B1-A78B-D2A4BE4D5286}" type="presOf" srcId="{371771C7-5F4C-4532-8C69-FCA02F43955C}" destId="{9B06AD93-F0B2-4E7A-92D2-6F8B9E1DDDAE}" srcOrd="0" destOrd="0" presId="urn:microsoft.com/office/officeart/2005/8/layout/hProcess3"/>
    <dgm:cxn modelId="{3234069D-6D69-454C-9D32-32238CBAC620}" srcId="{0A71790D-C0A2-4397-B043-D39B93911B88}" destId="{7CBB3B49-79F7-4D03-83CD-479EDBFAFBCA}" srcOrd="4" destOrd="0" parTransId="{FE390B62-2067-4285-80B5-1F69DEEDC907}" sibTransId="{E808B566-B13B-4D05-85FB-F250BD148322}"/>
    <dgm:cxn modelId="{223343A4-AC98-498C-8E64-3C2D9769A050}" srcId="{0A71790D-C0A2-4397-B043-D39B93911B88}" destId="{2870A21E-CAB3-420A-A996-B51160D458EF}" srcOrd="0" destOrd="0" parTransId="{02469096-BCF2-41DD-8CD2-615BA1CF5D48}" sibTransId="{91F4524C-234B-4D30-9468-001BADEB75EF}"/>
    <dgm:cxn modelId="{00FD12AD-F0E8-41FC-B4CC-DFF9425E4977}" srcId="{A1F1CF8A-D7D6-49E8-B5AB-683EB323A1CA}" destId="{BC3205E6-0A87-4276-AEC9-4EDA5FFBAC9B}" srcOrd="0" destOrd="0" parTransId="{85D75CDC-A094-4047-9EEA-B451A6FFC824}" sibTransId="{57061FBB-BFD2-4078-BE2D-FE93249E323B}"/>
    <dgm:cxn modelId="{3B729BB9-DA65-4636-9529-B34928288296}" type="presOf" srcId="{A1F1CF8A-D7D6-49E8-B5AB-683EB323A1CA}" destId="{BC0F24DC-1A95-412D-A35A-E634D3E7C5DA}" srcOrd="0" destOrd="0" presId="urn:microsoft.com/office/officeart/2005/8/layout/hProcess3"/>
    <dgm:cxn modelId="{D0F394D0-2AD2-4B1F-8C01-978A92700F51}" type="presOf" srcId="{2870A21E-CAB3-420A-A996-B51160D458EF}" destId="{95AB1EDD-10D4-4698-B90C-9982CF0B28D7}" srcOrd="0" destOrd="0" presId="urn:microsoft.com/office/officeart/2005/8/layout/hProcess3"/>
    <dgm:cxn modelId="{DA150FD4-F77B-4279-BB99-4CC96C58651B}" srcId="{0A71790D-C0A2-4397-B043-D39B93911B88}" destId="{44DE022E-8B23-4B67-966E-DA67380088B4}" srcOrd="2" destOrd="0" parTransId="{D3AD2D84-BFA8-43BF-B461-28130FDD2127}" sibTransId="{C0465496-9D27-404B-80BD-96C8C07601CC}"/>
    <dgm:cxn modelId="{139BE2EA-FFBA-4B3B-A1D4-B58510CBB61F}" srcId="{0A71790D-C0A2-4397-B043-D39B93911B88}" destId="{0002360E-AF66-4457-9B3B-14EDBAF7D457}" srcOrd="3" destOrd="0" parTransId="{8D64D09D-F8E9-4DD7-9B14-148F6F60F29F}" sibTransId="{0B05E53F-16F1-4536-B890-75C8002A21E8}"/>
    <dgm:cxn modelId="{B01514F4-2B22-4631-BC8A-9EC05FAA9D3C}" type="presOf" srcId="{0A71790D-C0A2-4397-B043-D39B93911B88}" destId="{BAE4DDAB-59D1-449E-945B-ACD8C334BCC0}" srcOrd="0" destOrd="0" presId="urn:microsoft.com/office/officeart/2005/8/layout/hProcess3"/>
    <dgm:cxn modelId="{480ADB4E-3C3D-437B-8B8E-96E11EE73900}" type="presParOf" srcId="{BAE4DDAB-59D1-449E-945B-ACD8C334BCC0}" destId="{4C6B6E85-0CC8-4751-9243-3DED186E3753}" srcOrd="0" destOrd="0" presId="urn:microsoft.com/office/officeart/2005/8/layout/hProcess3"/>
    <dgm:cxn modelId="{A70053BE-B899-42FE-9DA6-1D00B0E861BC}" type="presParOf" srcId="{BAE4DDAB-59D1-449E-945B-ACD8C334BCC0}" destId="{8CE8E194-089E-4F17-905C-488B0AEFF0FD}" srcOrd="1" destOrd="0" presId="urn:microsoft.com/office/officeart/2005/8/layout/hProcess3"/>
    <dgm:cxn modelId="{9BFB41E5-3AB6-4031-9CB7-D35964915C0B}" type="presParOf" srcId="{8CE8E194-089E-4F17-905C-488B0AEFF0FD}" destId="{F7E1B3A1-ACD0-415F-A248-91153264F810}" srcOrd="0" destOrd="0" presId="urn:microsoft.com/office/officeart/2005/8/layout/hProcess3"/>
    <dgm:cxn modelId="{34B31A2A-6031-4E6B-B35B-EBC5B016F3CD}" type="presParOf" srcId="{8CE8E194-089E-4F17-905C-488B0AEFF0FD}" destId="{08E3337E-BD7F-4EB6-BF14-1706B815EB89}" srcOrd="1" destOrd="0" presId="urn:microsoft.com/office/officeart/2005/8/layout/hProcess3"/>
    <dgm:cxn modelId="{202A0B6B-B28D-4FEB-A529-46F4FE2A1892}" type="presParOf" srcId="{08E3337E-BD7F-4EB6-BF14-1706B815EB89}" destId="{8777C2EE-64B4-4AFC-9045-5F2B132B9170}" srcOrd="0" destOrd="0" presId="urn:microsoft.com/office/officeart/2005/8/layout/hProcess3"/>
    <dgm:cxn modelId="{38916AE3-649F-4674-9325-6CC038F2461C}" type="presParOf" srcId="{08E3337E-BD7F-4EB6-BF14-1706B815EB89}" destId="{95AB1EDD-10D4-4698-B90C-9982CF0B28D7}" srcOrd="1" destOrd="0" presId="urn:microsoft.com/office/officeart/2005/8/layout/hProcess3"/>
    <dgm:cxn modelId="{F29D414F-8F98-402D-BDA0-FEC993FA42A5}" type="presParOf" srcId="{08E3337E-BD7F-4EB6-BF14-1706B815EB89}" destId="{24318DD6-9848-4ACB-8675-E0A5A9EAE105}" srcOrd="2" destOrd="0" presId="urn:microsoft.com/office/officeart/2005/8/layout/hProcess3"/>
    <dgm:cxn modelId="{437939E0-43CC-47DB-8BC8-9048DCF7BAB6}" type="presParOf" srcId="{08E3337E-BD7F-4EB6-BF14-1706B815EB89}" destId="{32784293-EF70-4A14-AA94-747295CA4792}" srcOrd="3" destOrd="0" presId="urn:microsoft.com/office/officeart/2005/8/layout/hProcess3"/>
    <dgm:cxn modelId="{BDED2E10-6F8B-4C9D-B6AD-B9548D8966ED}" type="presParOf" srcId="{08E3337E-BD7F-4EB6-BF14-1706B815EB89}" destId="{D6F112C7-BE95-4D64-8777-1585D97BB7B7}" srcOrd="4" destOrd="0" presId="urn:microsoft.com/office/officeart/2005/8/layout/hProcess3"/>
    <dgm:cxn modelId="{7AC21C7A-6356-4F44-87BA-86A61858EA2E}" type="presParOf" srcId="{8CE8E194-089E-4F17-905C-488B0AEFF0FD}" destId="{E08D569F-0D4C-4399-BCAC-1BB6B5ED1043}" srcOrd="2" destOrd="0" presId="urn:microsoft.com/office/officeart/2005/8/layout/hProcess3"/>
    <dgm:cxn modelId="{DCF78697-D8B0-4E3D-BF8B-86F419431834}" type="presParOf" srcId="{8CE8E194-089E-4F17-905C-488B0AEFF0FD}" destId="{DCC5178F-8C38-4486-B222-73B0A91CB729}" srcOrd="3" destOrd="0" presId="urn:microsoft.com/office/officeart/2005/8/layout/hProcess3"/>
    <dgm:cxn modelId="{FDD538ED-F9DD-48C0-962F-26D28C583FC6}" type="presParOf" srcId="{DCC5178F-8C38-4486-B222-73B0A91CB729}" destId="{59665170-D5BE-4BFF-A8C8-5546889A1B20}" srcOrd="0" destOrd="0" presId="urn:microsoft.com/office/officeart/2005/8/layout/hProcess3"/>
    <dgm:cxn modelId="{571D0093-2C91-4998-8121-0C881D11C793}" type="presParOf" srcId="{DCC5178F-8C38-4486-B222-73B0A91CB729}" destId="{BC0F24DC-1A95-412D-A35A-E634D3E7C5DA}" srcOrd="1" destOrd="0" presId="urn:microsoft.com/office/officeart/2005/8/layout/hProcess3"/>
    <dgm:cxn modelId="{9E288CB5-BD13-44F8-A288-672A438F002B}" type="presParOf" srcId="{DCC5178F-8C38-4486-B222-73B0A91CB729}" destId="{F9DAFE81-E764-4890-BB32-ABA7EACE89A7}" srcOrd="2" destOrd="0" presId="urn:microsoft.com/office/officeart/2005/8/layout/hProcess3"/>
    <dgm:cxn modelId="{888A1653-D2DD-479C-A94A-30AEC2D4C962}" type="presParOf" srcId="{DCC5178F-8C38-4486-B222-73B0A91CB729}" destId="{C9E1E7F1-6495-49A3-8E27-D78E0474B919}" srcOrd="3" destOrd="0" presId="urn:microsoft.com/office/officeart/2005/8/layout/hProcess3"/>
    <dgm:cxn modelId="{66BB7EC2-C7A0-479C-BB04-26A9AD19F3D0}" type="presParOf" srcId="{DCC5178F-8C38-4486-B222-73B0A91CB729}" destId="{E899C97F-38A6-4F76-8008-B37898CFCDDB}" srcOrd="4" destOrd="0" presId="urn:microsoft.com/office/officeart/2005/8/layout/hProcess3"/>
    <dgm:cxn modelId="{44C4C19F-1B09-43D8-B794-E086DD227160}" type="presParOf" srcId="{8CE8E194-089E-4F17-905C-488B0AEFF0FD}" destId="{49B3A2B7-C9E8-4510-A97C-3791B8ED9F04}" srcOrd="4" destOrd="0" presId="urn:microsoft.com/office/officeart/2005/8/layout/hProcess3"/>
    <dgm:cxn modelId="{3835D2F0-DA1A-4D8A-8D25-081D239C0D70}" type="presParOf" srcId="{8CE8E194-089E-4F17-905C-488B0AEFF0FD}" destId="{B2D18FE2-ADD5-4153-8BE7-847B5B0B5D0B}" srcOrd="5" destOrd="0" presId="urn:microsoft.com/office/officeart/2005/8/layout/hProcess3"/>
    <dgm:cxn modelId="{DB08BE4C-655E-44B3-928D-872BF7BA3F18}" type="presParOf" srcId="{B2D18FE2-ADD5-4153-8BE7-847B5B0B5D0B}" destId="{1001134C-13F7-4869-BE89-C0CC9A97FF88}" srcOrd="0" destOrd="0" presId="urn:microsoft.com/office/officeart/2005/8/layout/hProcess3"/>
    <dgm:cxn modelId="{15E7A231-5524-44FF-B51C-7A447BB56302}" type="presParOf" srcId="{B2D18FE2-ADD5-4153-8BE7-847B5B0B5D0B}" destId="{F60DF3BB-6541-4CF8-B075-F2CD3330ECDB}" srcOrd="1" destOrd="0" presId="urn:microsoft.com/office/officeart/2005/8/layout/hProcess3"/>
    <dgm:cxn modelId="{3F3613BB-37CB-485A-9D28-0C108AF4E523}" type="presParOf" srcId="{B2D18FE2-ADD5-4153-8BE7-847B5B0B5D0B}" destId="{C6CFF35E-3841-4580-8CA1-20DD6A959B76}" srcOrd="2" destOrd="0" presId="urn:microsoft.com/office/officeart/2005/8/layout/hProcess3"/>
    <dgm:cxn modelId="{91F06DB5-CA2E-431B-ACCE-8A3E21A9E12A}" type="presParOf" srcId="{B2D18FE2-ADD5-4153-8BE7-847B5B0B5D0B}" destId="{A5BCEC9E-710D-40A8-9FD6-342CFB5EF8D4}" srcOrd="3" destOrd="0" presId="urn:microsoft.com/office/officeart/2005/8/layout/hProcess3"/>
    <dgm:cxn modelId="{F66ED6F0-633E-41C0-93E1-5C4FCF0752F8}" type="presParOf" srcId="{B2D18FE2-ADD5-4153-8BE7-847B5B0B5D0B}" destId="{9B06AD93-F0B2-4E7A-92D2-6F8B9E1DDDAE}" srcOrd="4" destOrd="0" presId="urn:microsoft.com/office/officeart/2005/8/layout/hProcess3"/>
    <dgm:cxn modelId="{469A23BB-1C8B-4E9F-9033-CF1B17B764CF}" type="presParOf" srcId="{8CE8E194-089E-4F17-905C-488B0AEFF0FD}" destId="{3A95B814-13F0-4EDF-8150-1D60A088DB83}" srcOrd="6" destOrd="0" presId="urn:microsoft.com/office/officeart/2005/8/layout/hProcess3"/>
    <dgm:cxn modelId="{C636DD3B-6FD4-4C63-A3BB-9005B548790C}" type="presParOf" srcId="{8CE8E194-089E-4F17-905C-488B0AEFF0FD}" destId="{256E3404-2290-4FE2-9A64-14C15AD91552}" srcOrd="7" destOrd="0" presId="urn:microsoft.com/office/officeart/2005/8/layout/hProcess3"/>
    <dgm:cxn modelId="{F82DCF34-79FA-4A15-BC12-DC4782B171A0}" type="presParOf" srcId="{256E3404-2290-4FE2-9A64-14C15AD91552}" destId="{810CBF19-1F4B-442D-A3BC-01DD7B9761EB}" srcOrd="0" destOrd="0" presId="urn:microsoft.com/office/officeart/2005/8/layout/hProcess3"/>
    <dgm:cxn modelId="{10F21D6A-9DCD-4B76-99EF-F4A38CD878C2}" type="presParOf" srcId="{256E3404-2290-4FE2-9A64-14C15AD91552}" destId="{B9F31177-0495-463C-B954-4AF715509641}" srcOrd="1" destOrd="0" presId="urn:microsoft.com/office/officeart/2005/8/layout/hProcess3"/>
    <dgm:cxn modelId="{B4875D6F-2E32-4F20-874C-1B975BE85D31}" type="presParOf" srcId="{256E3404-2290-4FE2-9A64-14C15AD91552}" destId="{E5ECFAF4-A29D-49A6-82ED-8208967F2AE5}" srcOrd="2" destOrd="0" presId="urn:microsoft.com/office/officeart/2005/8/layout/hProcess3"/>
    <dgm:cxn modelId="{3C06BD08-7F56-4047-86D8-D63715300845}" type="presParOf" srcId="{256E3404-2290-4FE2-9A64-14C15AD91552}" destId="{1B6A40CA-7CD3-41DF-B638-3CD97C5E703F}" srcOrd="3" destOrd="0" presId="urn:microsoft.com/office/officeart/2005/8/layout/hProcess3"/>
    <dgm:cxn modelId="{612DD853-A13F-41B0-B45D-37317A5049D8}" type="presParOf" srcId="{8CE8E194-089E-4F17-905C-488B0AEFF0FD}" destId="{1D48863F-2738-4236-BBCD-417DE4F609BC}" srcOrd="8" destOrd="0" presId="urn:microsoft.com/office/officeart/2005/8/layout/hProcess3"/>
    <dgm:cxn modelId="{EAAD5EDD-3AE1-4303-9E74-02CDC32BD396}" type="presParOf" srcId="{8CE8E194-089E-4F17-905C-488B0AEFF0FD}" destId="{EBDF6B9D-8DE2-43D3-88B3-F7777238AA1D}" srcOrd="9" destOrd="0" presId="urn:microsoft.com/office/officeart/2005/8/layout/hProcess3"/>
    <dgm:cxn modelId="{57A137AF-E224-4889-8643-54E57E745E03}" type="presParOf" srcId="{EBDF6B9D-8DE2-43D3-88B3-F7777238AA1D}" destId="{E9977FFC-0E91-4319-A9E5-E8F8350B2558}" srcOrd="0" destOrd="0" presId="urn:microsoft.com/office/officeart/2005/8/layout/hProcess3"/>
    <dgm:cxn modelId="{DE65BE96-5606-432A-A1BF-61ED8B7E0E92}" type="presParOf" srcId="{EBDF6B9D-8DE2-43D3-88B3-F7777238AA1D}" destId="{45E35A85-32EC-4E6B-89ED-DE05A5483DF5}" srcOrd="1" destOrd="0" presId="urn:microsoft.com/office/officeart/2005/8/layout/hProcess3"/>
    <dgm:cxn modelId="{1641B810-B68C-4D53-9E98-A1E510BC24BF}" type="presParOf" srcId="{EBDF6B9D-8DE2-43D3-88B3-F7777238AA1D}" destId="{49693D5D-8510-4628-BEB8-9E17A1857A92}" srcOrd="2" destOrd="0" presId="urn:microsoft.com/office/officeart/2005/8/layout/hProcess3"/>
    <dgm:cxn modelId="{51937DA4-DC19-41AC-8DAB-B4CC0C14F986}" type="presParOf" srcId="{EBDF6B9D-8DE2-43D3-88B3-F7777238AA1D}" destId="{C4BF95D7-C5F4-4D76-9E72-03BB2FB479E7}" srcOrd="3" destOrd="0" presId="urn:microsoft.com/office/officeart/2005/8/layout/hProcess3"/>
    <dgm:cxn modelId="{49659598-6F53-4447-96BA-CD97CEA0696F}" type="presParOf" srcId="{8CE8E194-089E-4F17-905C-488B0AEFF0FD}" destId="{4F4D6874-E168-40E3-8671-67E95924E263}" srcOrd="10" destOrd="0" presId="urn:microsoft.com/office/officeart/2005/8/layout/hProcess3"/>
    <dgm:cxn modelId="{7C9C6C26-255F-463B-8E46-0D3FE168AC6C}" type="presParOf" srcId="{8CE8E194-089E-4F17-905C-488B0AEFF0FD}" destId="{FDB852F4-C961-4D7C-9CBB-CE5DCCAD3E0D}" srcOrd="11" destOrd="0" presId="urn:microsoft.com/office/officeart/2005/8/layout/hProcess3"/>
    <dgm:cxn modelId="{0A76F1DF-0F3F-42A8-B007-0115D207119A}" type="presParOf" srcId="{8CE8E194-089E-4F17-905C-488B0AEFF0FD}" destId="{DBDFBDED-106B-4703-9DFE-4812A76B69DC}" srcOrd="12" destOrd="0" presId="urn:microsoft.com/office/officeart/2005/8/layout/hProcess3"/>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FBDED-106B-4703-9DFE-4812A76B69DC}">
      <dsp:nvSpPr>
        <dsp:cNvPr id="0" name=""/>
        <dsp:cNvSpPr/>
      </dsp:nvSpPr>
      <dsp:spPr>
        <a:xfrm>
          <a:off x="0" y="0"/>
          <a:ext cx="11309797" cy="2663501"/>
        </a:xfrm>
        <a:prstGeom prst="rightArrow">
          <a:avLst/>
        </a:prstGeom>
        <a:solidFill>
          <a:schemeClr val="accent2">
            <a:alpha val="9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E35A85-32EC-4E6B-89ED-DE05A5483DF5}">
      <dsp:nvSpPr>
        <dsp:cNvPr id="0" name=""/>
        <dsp:cNvSpPr/>
      </dsp:nvSpPr>
      <dsp:spPr>
        <a:xfrm>
          <a:off x="8461310" y="739698"/>
          <a:ext cx="1626335" cy="1331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en-US" sz="2200" kern="1200" dirty="0" err="1"/>
            <a:t>Analyse</a:t>
          </a:r>
          <a:r>
            <a:rPr lang="en-US" sz="2200" kern="1200" dirty="0"/>
            <a:t> </a:t>
          </a:r>
        </a:p>
      </dsp:txBody>
      <dsp:txXfrm>
        <a:off x="8461310" y="739698"/>
        <a:ext cx="1626335" cy="1331750"/>
      </dsp:txXfrm>
    </dsp:sp>
    <dsp:sp modelId="{B9F31177-0495-463C-B954-4AF715509641}">
      <dsp:nvSpPr>
        <dsp:cNvPr id="0" name=""/>
        <dsp:cNvSpPr/>
      </dsp:nvSpPr>
      <dsp:spPr>
        <a:xfrm>
          <a:off x="6628235" y="727313"/>
          <a:ext cx="1626335" cy="1331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en-US" sz="2200" kern="1200" dirty="0"/>
            <a:t>Model Development</a:t>
          </a:r>
        </a:p>
      </dsp:txBody>
      <dsp:txXfrm>
        <a:off x="6628235" y="727313"/>
        <a:ext cx="1626335" cy="1331750"/>
      </dsp:txXfrm>
    </dsp:sp>
    <dsp:sp modelId="{9B06AD93-F0B2-4E7A-92D2-6F8B9E1DDDAE}">
      <dsp:nvSpPr>
        <dsp:cNvPr id="0" name=""/>
        <dsp:cNvSpPr/>
      </dsp:nvSpPr>
      <dsp:spPr>
        <a:xfrm>
          <a:off x="4809390" y="2190381"/>
          <a:ext cx="1626335" cy="1633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Dividing data for training and testing the models. </a:t>
          </a:r>
        </a:p>
      </dsp:txBody>
      <dsp:txXfrm>
        <a:off x="4809390" y="2190381"/>
        <a:ext cx="1626335" cy="1633500"/>
      </dsp:txXfrm>
    </dsp:sp>
    <dsp:sp modelId="{F60DF3BB-6541-4CF8-B075-F2CD3330ECDB}">
      <dsp:nvSpPr>
        <dsp:cNvPr id="0" name=""/>
        <dsp:cNvSpPr/>
      </dsp:nvSpPr>
      <dsp:spPr>
        <a:xfrm>
          <a:off x="4809390" y="725455"/>
          <a:ext cx="1626335" cy="1331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en-US" sz="2200" kern="1200" dirty="0"/>
            <a:t>Train/Test split</a:t>
          </a:r>
        </a:p>
      </dsp:txBody>
      <dsp:txXfrm>
        <a:off x="4809390" y="725455"/>
        <a:ext cx="1626335" cy="1331750"/>
      </dsp:txXfrm>
    </dsp:sp>
    <dsp:sp modelId="{E899C97F-38A6-4F76-8008-B37898CFCDDB}">
      <dsp:nvSpPr>
        <dsp:cNvPr id="0" name=""/>
        <dsp:cNvSpPr/>
      </dsp:nvSpPr>
      <dsp:spPr>
        <a:xfrm>
          <a:off x="2857787" y="2190381"/>
          <a:ext cx="1626335" cy="1633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Feature transformation according to data types and selection with the help of EDA. </a:t>
          </a:r>
        </a:p>
      </dsp:txBody>
      <dsp:txXfrm>
        <a:off x="2857787" y="2190381"/>
        <a:ext cx="1626335" cy="1633500"/>
      </dsp:txXfrm>
    </dsp:sp>
    <dsp:sp modelId="{BC0F24DC-1A95-412D-A35A-E634D3E7C5DA}">
      <dsp:nvSpPr>
        <dsp:cNvPr id="0" name=""/>
        <dsp:cNvSpPr/>
      </dsp:nvSpPr>
      <dsp:spPr>
        <a:xfrm>
          <a:off x="2857787" y="725455"/>
          <a:ext cx="1626335" cy="1331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en-US" sz="2200" kern="1200" dirty="0"/>
            <a:t>Feature Engineering and Selection</a:t>
          </a:r>
        </a:p>
      </dsp:txBody>
      <dsp:txXfrm>
        <a:off x="2857787" y="725455"/>
        <a:ext cx="1626335" cy="1331750"/>
      </dsp:txXfrm>
    </dsp:sp>
    <dsp:sp modelId="{D6F112C7-BE95-4D64-8777-1585D97BB7B7}">
      <dsp:nvSpPr>
        <dsp:cNvPr id="0" name=""/>
        <dsp:cNvSpPr/>
      </dsp:nvSpPr>
      <dsp:spPr>
        <a:xfrm>
          <a:off x="906185" y="2190381"/>
          <a:ext cx="1626335" cy="1633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Visualizing data to gain insights and observe various aspects of the dataset.</a:t>
          </a:r>
          <a:endParaRPr lang="en-US" sz="1400" kern="1200" dirty="0"/>
        </a:p>
      </dsp:txBody>
      <dsp:txXfrm>
        <a:off x="906185" y="2190381"/>
        <a:ext cx="1626335" cy="1633500"/>
      </dsp:txXfrm>
    </dsp:sp>
    <dsp:sp modelId="{95AB1EDD-10D4-4698-B90C-9982CF0B28D7}">
      <dsp:nvSpPr>
        <dsp:cNvPr id="0" name=""/>
        <dsp:cNvSpPr/>
      </dsp:nvSpPr>
      <dsp:spPr>
        <a:xfrm>
          <a:off x="906185" y="725455"/>
          <a:ext cx="1626335" cy="1331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en-US" sz="2200" kern="1200" dirty="0"/>
            <a:t>Exploratory Data Analysis</a:t>
          </a:r>
        </a:p>
      </dsp:txBody>
      <dsp:txXfrm>
        <a:off x="906185" y="725455"/>
        <a:ext cx="1626335" cy="133175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9/9/2021</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84141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9/9/2021</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8705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9/9/2021</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042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9/9/2021</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2490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9/9/2021</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423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9/9/2021</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4820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9/9/2021</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62097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9/9/2021</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95161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9/9/2021</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0894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9/9/2021</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127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5" name="Picture 4">
            <a:extLst>
              <a:ext uri="{FF2B5EF4-FFF2-40B4-BE49-F238E27FC236}">
                <a16:creationId xmlns:a16="http://schemas.microsoft.com/office/drawing/2014/main" id="{1FD526C9-A8C7-41E6-85BB-39F06C858A2B}"/>
              </a:ext>
              <a:ext uri="{C183D7F6-B498-43B3-948B-1728B52AA6E4}">
                <adec:decorative xmlns:adec="http://schemas.microsoft.com/office/drawing/2017/decorative" val="1"/>
              </a:ext>
            </a:extLst>
          </p:cNvPr>
          <p:cNvPicPr>
            <a:picLocks noChangeAspect="1"/>
          </p:cNvPicPr>
          <p:nvPr/>
        </p:nvPicPr>
        <p:blipFill rotWithShape="1">
          <a:blip r:embed="rId3">
            <a:alphaModFix amt="0"/>
            <a:extLst>
              <a:ext uri="{28A0092B-C50C-407E-A947-70E740481C1C}">
                <a14:useLocalDpi xmlns:a14="http://schemas.microsoft.com/office/drawing/2010/main" val="0"/>
              </a:ext>
            </a:extLst>
          </a:blip>
          <a:srcRect/>
          <a:stretch/>
        </p:blipFill>
        <p:spPr>
          <a:xfrm>
            <a:off x="20" y="0"/>
            <a:ext cx="12191980" cy="6858000"/>
          </a:xfrm>
          <a:prstGeom prst="rect">
            <a:avLst/>
          </a:prstGeom>
          <a:solidFill>
            <a:schemeClr val="accent1"/>
          </a:solidFill>
        </p:spPr>
      </p:pic>
      <p:sp>
        <p:nvSpPr>
          <p:cNvPr id="30" name="Rectangle 29">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3600" dirty="0">
                <a:solidFill>
                  <a:schemeClr val="tx1"/>
                </a:solidFill>
              </a:rPr>
              <a:t>Argos</a:t>
            </a:r>
            <a:br>
              <a:rPr lang="en-US" sz="3600" dirty="0">
                <a:solidFill>
                  <a:schemeClr val="tx1"/>
                </a:solidFill>
              </a:rPr>
            </a:br>
            <a:br>
              <a:rPr lang="en-US" sz="3600" dirty="0">
                <a:solidFill>
                  <a:schemeClr val="tx1"/>
                </a:solidFill>
              </a:rPr>
            </a:br>
            <a:r>
              <a:rPr lang="en-US" sz="3600" dirty="0">
                <a:solidFill>
                  <a:schemeClr val="tx1"/>
                </a:solidFill>
              </a:rPr>
              <a:t>Customer Order-In Propensity</a:t>
            </a:r>
            <a:endParaRPr lang="en-US" sz="3100" dirty="0">
              <a:solidFill>
                <a:schemeClr val="tx1"/>
              </a:solidFill>
            </a:endParaRP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Shahrukh Kamal Khan</a:t>
            </a:r>
          </a:p>
        </p:txBody>
      </p:sp>
      <p:cxnSp>
        <p:nvCxnSpPr>
          <p:cNvPr id="32" name="Straight Connector 31">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503387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65C0-FE10-499D-B213-D1980AC956A9}"/>
              </a:ext>
            </a:extLst>
          </p:cNvPr>
          <p:cNvSpPr>
            <a:spLocks noGrp="1"/>
          </p:cNvSpPr>
          <p:nvPr>
            <p:ph type="title"/>
          </p:nvPr>
        </p:nvSpPr>
        <p:spPr/>
        <p:txBody>
          <a:bodyPr/>
          <a:lstStyle/>
          <a:p>
            <a:r>
              <a:rPr lang="en-GB" dirty="0"/>
              <a:t>Machine Learning</a:t>
            </a:r>
          </a:p>
        </p:txBody>
      </p:sp>
      <p:sp>
        <p:nvSpPr>
          <p:cNvPr id="3" name="Content Placeholder 2">
            <a:extLst>
              <a:ext uri="{FF2B5EF4-FFF2-40B4-BE49-F238E27FC236}">
                <a16:creationId xmlns:a16="http://schemas.microsoft.com/office/drawing/2014/main" id="{21C87B93-9FD4-45D3-9115-0C27F23D9EA8}"/>
              </a:ext>
            </a:extLst>
          </p:cNvPr>
          <p:cNvSpPr>
            <a:spLocks noGrp="1"/>
          </p:cNvSpPr>
          <p:nvPr>
            <p:ph idx="1"/>
          </p:nvPr>
        </p:nvSpPr>
        <p:spPr/>
        <p:txBody>
          <a:bodyPr>
            <a:normAutofit/>
          </a:bodyPr>
          <a:lstStyle/>
          <a:p>
            <a:r>
              <a:rPr lang="en-GB" sz="2000" b="1" dirty="0"/>
              <a:t>Machine learning is a field of study focusing on using data through which a computer can learn and predict future data imitating humans.</a:t>
            </a:r>
          </a:p>
          <a:p>
            <a:r>
              <a:rPr lang="en-GB" sz="2000" b="1" dirty="0"/>
              <a:t>The problem at hand for retail businesses is to manage the different variety of products in stores i.e. to decide what products to keep in store to maximize profit and customer satisfaction. </a:t>
            </a:r>
          </a:p>
          <a:p>
            <a:r>
              <a:rPr lang="en-GB" sz="2000" b="1" dirty="0"/>
              <a:t>A sensible way to tackle this problem is by calculating and predicting “product order in propensity”</a:t>
            </a:r>
          </a:p>
          <a:p>
            <a:r>
              <a:rPr lang="en-GB" sz="2000" b="1" dirty="0"/>
              <a:t>Propensity here refers to the probability of or inclination towards a product being “ordered in” at a store. Higher propensity means higher chance of product being ordered.</a:t>
            </a:r>
          </a:p>
        </p:txBody>
      </p:sp>
    </p:spTree>
    <p:extLst>
      <p:ext uri="{BB962C8B-B14F-4D97-AF65-F5344CB8AC3E}">
        <p14:creationId xmlns:p14="http://schemas.microsoft.com/office/powerpoint/2010/main" val="349460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8BDBE5C-BBE9-4E89-BEE5-DEB6EAB87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2752F38C-F560-47AA-90AD-209F39C041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791298"/>
            <a:ext cx="0" cy="27432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FC4168B-AA75-4715-9B96-CF84B170A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9" name="Content Placeholder 2" descr="SmartArt timeline">
            <a:extLst>
              <a:ext uri="{FF2B5EF4-FFF2-40B4-BE49-F238E27FC236}">
                <a16:creationId xmlns:a16="http://schemas.microsoft.com/office/drawing/2014/main" id="{D7AAD215-7648-4976-8B72-EE28F2346CB4}"/>
              </a:ext>
            </a:extLst>
          </p:cNvPr>
          <p:cNvGraphicFramePr/>
          <p:nvPr>
            <p:extLst>
              <p:ext uri="{D42A27DB-BD31-4B8C-83A1-F6EECF244321}">
                <p14:modId xmlns:p14="http://schemas.microsoft.com/office/powerpoint/2010/main" val="3791919251"/>
              </p:ext>
            </p:extLst>
          </p:nvPr>
        </p:nvGraphicFramePr>
        <p:xfrm>
          <a:off x="502571" y="1686341"/>
          <a:ext cx="11309797" cy="3883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3">
            <a:extLst>
              <a:ext uri="{FF2B5EF4-FFF2-40B4-BE49-F238E27FC236}">
                <a16:creationId xmlns:a16="http://schemas.microsoft.com/office/drawing/2014/main" id="{125DF905-6594-4E85-93EE-E418D555314F}"/>
              </a:ext>
            </a:extLst>
          </p:cNvPr>
          <p:cNvSpPr>
            <a:spLocks noGrp="1"/>
          </p:cNvSpPr>
          <p:nvPr>
            <p:ph type="title"/>
          </p:nvPr>
        </p:nvSpPr>
        <p:spPr>
          <a:xfrm>
            <a:off x="1097280" y="286603"/>
            <a:ext cx="10058400" cy="1019509"/>
          </a:xfrm>
        </p:spPr>
        <p:txBody>
          <a:bodyPr/>
          <a:lstStyle/>
          <a:p>
            <a:pPr algn="ctr"/>
            <a:r>
              <a:rPr lang="en-GB" dirty="0"/>
              <a:t>Project Code Structure</a:t>
            </a:r>
          </a:p>
        </p:txBody>
      </p:sp>
      <p:sp>
        <p:nvSpPr>
          <p:cNvPr id="5" name="TextBox 4">
            <a:extLst>
              <a:ext uri="{FF2B5EF4-FFF2-40B4-BE49-F238E27FC236}">
                <a16:creationId xmlns:a16="http://schemas.microsoft.com/office/drawing/2014/main" id="{9B4EB67A-D2E3-4948-A62B-F881B0A1A551}"/>
              </a:ext>
            </a:extLst>
          </p:cNvPr>
          <p:cNvSpPr txBox="1"/>
          <p:nvPr/>
        </p:nvSpPr>
        <p:spPr>
          <a:xfrm>
            <a:off x="7012125" y="3804906"/>
            <a:ext cx="1863699" cy="1200329"/>
          </a:xfrm>
          <a:prstGeom prst="rect">
            <a:avLst/>
          </a:prstGeom>
          <a:noFill/>
        </p:spPr>
        <p:txBody>
          <a:bodyPr wrap="square" rtlCol="0">
            <a:spAutoFit/>
          </a:bodyPr>
          <a:lstStyle/>
          <a:p>
            <a:r>
              <a:rPr lang="en-GB" dirty="0"/>
              <a:t>Experimenting with different models for the best accuracy.</a:t>
            </a:r>
          </a:p>
        </p:txBody>
      </p:sp>
      <p:sp>
        <p:nvSpPr>
          <p:cNvPr id="6" name="TextBox 5">
            <a:extLst>
              <a:ext uri="{FF2B5EF4-FFF2-40B4-BE49-F238E27FC236}">
                <a16:creationId xmlns:a16="http://schemas.microsoft.com/office/drawing/2014/main" id="{36227701-D190-4B23-B1D2-D11C4781A879}"/>
              </a:ext>
            </a:extLst>
          </p:cNvPr>
          <p:cNvSpPr txBox="1"/>
          <p:nvPr/>
        </p:nvSpPr>
        <p:spPr>
          <a:xfrm flipH="1">
            <a:off x="8875824" y="3804906"/>
            <a:ext cx="1636285" cy="2031325"/>
          </a:xfrm>
          <a:prstGeom prst="rect">
            <a:avLst/>
          </a:prstGeom>
          <a:noFill/>
        </p:spPr>
        <p:txBody>
          <a:bodyPr wrap="square" rtlCol="0">
            <a:spAutoFit/>
          </a:bodyPr>
          <a:lstStyle/>
          <a:p>
            <a:r>
              <a:rPr lang="en-GB" dirty="0"/>
              <a:t>Analysing the models based on evaluation metric results and choosing the best model.</a:t>
            </a:r>
          </a:p>
        </p:txBody>
      </p:sp>
    </p:spTree>
    <p:extLst>
      <p:ext uri="{BB962C8B-B14F-4D97-AF65-F5344CB8AC3E}">
        <p14:creationId xmlns:p14="http://schemas.microsoft.com/office/powerpoint/2010/main" val="1292513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153AE-6CEF-4CE1-8B0D-F9EA42DEC151}"/>
              </a:ext>
            </a:extLst>
          </p:cNvPr>
          <p:cNvSpPr>
            <a:spLocks noGrp="1"/>
          </p:cNvSpPr>
          <p:nvPr>
            <p:ph type="title"/>
          </p:nvPr>
        </p:nvSpPr>
        <p:spPr>
          <a:xfrm>
            <a:off x="1097280" y="286604"/>
            <a:ext cx="10058400" cy="1018686"/>
          </a:xfrm>
        </p:spPr>
        <p:txBody>
          <a:bodyPr/>
          <a:lstStyle/>
          <a:p>
            <a:pPr algn="ctr"/>
            <a:r>
              <a:rPr lang="en-GB" dirty="0"/>
              <a:t>Exploratory Data Analysis</a:t>
            </a:r>
          </a:p>
        </p:txBody>
      </p:sp>
      <p:sp>
        <p:nvSpPr>
          <p:cNvPr id="4" name="Content Placeholder 3">
            <a:extLst>
              <a:ext uri="{FF2B5EF4-FFF2-40B4-BE49-F238E27FC236}">
                <a16:creationId xmlns:a16="http://schemas.microsoft.com/office/drawing/2014/main" id="{D8C7C89D-BD16-44A2-A607-CA61D2822F54}"/>
              </a:ext>
            </a:extLst>
          </p:cNvPr>
          <p:cNvSpPr>
            <a:spLocks noGrp="1"/>
          </p:cNvSpPr>
          <p:nvPr>
            <p:ph sz="half" idx="2"/>
          </p:nvPr>
        </p:nvSpPr>
        <p:spPr>
          <a:xfrm>
            <a:off x="1097280" y="2120900"/>
            <a:ext cx="10058400" cy="3748194"/>
          </a:xfrm>
          <a:ln>
            <a:solidFill>
              <a:schemeClr val="accent1"/>
            </a:solidFill>
          </a:ln>
        </p:spPr>
        <p:txBody>
          <a:bodyPr>
            <a:normAutofit/>
          </a:bodyPr>
          <a:lstStyle/>
          <a:p>
            <a:r>
              <a:rPr lang="en-GB" sz="2000" b="1" dirty="0"/>
              <a:t>Process:</a:t>
            </a:r>
          </a:p>
          <a:p>
            <a:pPr>
              <a:buFont typeface="Arial" panose="020B0604020202020204" pitchFamily="34" charset="0"/>
              <a:buChar char="•"/>
            </a:pPr>
            <a:r>
              <a:rPr lang="en-GB" b="1" dirty="0"/>
              <a:t> Basic statistics of products demand, order, collection and propensities </a:t>
            </a:r>
          </a:p>
          <a:p>
            <a:pPr>
              <a:buFont typeface="Arial" panose="020B0604020202020204" pitchFamily="34" charset="0"/>
              <a:buChar char="•"/>
            </a:pPr>
            <a:r>
              <a:rPr lang="en-GB" b="1" dirty="0"/>
              <a:t> Graph Plots for Categorical Variables</a:t>
            </a:r>
          </a:p>
          <a:p>
            <a:pPr>
              <a:buFont typeface="Arial" panose="020B0604020202020204" pitchFamily="34" charset="0"/>
              <a:buChar char="•"/>
            </a:pPr>
            <a:r>
              <a:rPr lang="en-GB" b="1" dirty="0"/>
              <a:t> Graph Plots for Products</a:t>
            </a:r>
          </a:p>
          <a:p>
            <a:pPr>
              <a:buFont typeface="Arial" panose="020B0604020202020204" pitchFamily="34" charset="0"/>
              <a:buChar char="•"/>
            </a:pPr>
            <a:r>
              <a:rPr lang="en-GB" b="1" dirty="0"/>
              <a:t> Graph plots for location specific data</a:t>
            </a:r>
          </a:p>
          <a:p>
            <a:pPr>
              <a:buFont typeface="Arial" panose="020B0604020202020204" pitchFamily="34" charset="0"/>
              <a:buChar char="•"/>
            </a:pPr>
            <a:r>
              <a:rPr lang="en-GB" b="1" dirty="0"/>
              <a:t> Graph Plots for Continuous Variables</a:t>
            </a:r>
          </a:p>
        </p:txBody>
      </p:sp>
    </p:spTree>
    <p:extLst>
      <p:ext uri="{BB962C8B-B14F-4D97-AF65-F5344CB8AC3E}">
        <p14:creationId xmlns:p14="http://schemas.microsoft.com/office/powerpoint/2010/main" val="1529444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153AE-6CEF-4CE1-8B0D-F9EA42DEC151}"/>
              </a:ext>
            </a:extLst>
          </p:cNvPr>
          <p:cNvSpPr>
            <a:spLocks noGrp="1"/>
          </p:cNvSpPr>
          <p:nvPr>
            <p:ph type="title"/>
          </p:nvPr>
        </p:nvSpPr>
        <p:spPr>
          <a:xfrm>
            <a:off x="1097280" y="286604"/>
            <a:ext cx="10058400" cy="1018686"/>
          </a:xfrm>
        </p:spPr>
        <p:txBody>
          <a:bodyPr/>
          <a:lstStyle/>
          <a:p>
            <a:pPr algn="ctr"/>
            <a:r>
              <a:rPr lang="en-GB" dirty="0"/>
              <a:t>Sets of Features</a:t>
            </a:r>
          </a:p>
        </p:txBody>
      </p:sp>
      <p:sp>
        <p:nvSpPr>
          <p:cNvPr id="4" name="Content Placeholder 3">
            <a:extLst>
              <a:ext uri="{FF2B5EF4-FFF2-40B4-BE49-F238E27FC236}">
                <a16:creationId xmlns:a16="http://schemas.microsoft.com/office/drawing/2014/main" id="{D8C7C89D-BD16-44A2-A607-CA61D2822F54}"/>
              </a:ext>
            </a:extLst>
          </p:cNvPr>
          <p:cNvSpPr>
            <a:spLocks noGrp="1"/>
          </p:cNvSpPr>
          <p:nvPr>
            <p:ph sz="half" idx="2"/>
          </p:nvPr>
        </p:nvSpPr>
        <p:spPr>
          <a:xfrm>
            <a:off x="1097280" y="2120900"/>
            <a:ext cx="10058400" cy="3748194"/>
          </a:xfrm>
          <a:ln>
            <a:solidFill>
              <a:schemeClr val="accent1"/>
            </a:solidFill>
          </a:ln>
        </p:spPr>
        <p:txBody>
          <a:bodyPr>
            <a:normAutofit/>
          </a:bodyPr>
          <a:lstStyle/>
          <a:p>
            <a:pPr>
              <a:buFont typeface="Courier New" panose="02070309020205020404" pitchFamily="49" charset="0"/>
              <a:buChar char="o"/>
            </a:pPr>
            <a:r>
              <a:rPr lang="en-GB" b="1" dirty="0"/>
              <a:t>Less Features: </a:t>
            </a:r>
            <a:r>
              <a:rPr lang="en-GB" dirty="0" err="1"/>
              <a:t>YearWeek</a:t>
            </a:r>
            <a:r>
              <a:rPr lang="en-GB" dirty="0"/>
              <a:t>, </a:t>
            </a:r>
            <a:r>
              <a:rPr lang="en-GB" dirty="0" err="1"/>
              <a:t>DayOfWeek</a:t>
            </a:r>
            <a:r>
              <a:rPr lang="en-GB" dirty="0"/>
              <a:t>, </a:t>
            </a:r>
            <a:r>
              <a:rPr lang="en-GB" dirty="0" err="1"/>
              <a:t>IsWorkingDay</a:t>
            </a:r>
            <a:r>
              <a:rPr lang="en-GB" dirty="0"/>
              <a:t>, </a:t>
            </a:r>
            <a:r>
              <a:rPr lang="en-GB" dirty="0" err="1"/>
              <a:t>locType</a:t>
            </a:r>
            <a:r>
              <a:rPr lang="en-GB" dirty="0"/>
              <a:t> (LocationType2 - LocationType1), </a:t>
            </a:r>
            <a:r>
              <a:rPr lang="en-GB" dirty="0" err="1"/>
              <a:t>prodHierarchy</a:t>
            </a:r>
            <a:r>
              <a:rPr lang="en-GB" dirty="0"/>
              <a:t> (HierarchyLevel2 – HierarchyLevel1)</a:t>
            </a:r>
          </a:p>
          <a:p>
            <a:pPr>
              <a:buFont typeface="Courier New" panose="02070309020205020404" pitchFamily="49" charset="0"/>
              <a:buChar char="o"/>
            </a:pPr>
            <a:r>
              <a:rPr lang="en-GB" b="1" dirty="0"/>
              <a:t>All Features: </a:t>
            </a:r>
            <a:r>
              <a:rPr lang="en-GB" dirty="0" err="1"/>
              <a:t>YearWeek</a:t>
            </a:r>
            <a:r>
              <a:rPr lang="en-GB" dirty="0"/>
              <a:t>, </a:t>
            </a:r>
            <a:r>
              <a:rPr lang="en-GB" dirty="0" err="1"/>
              <a:t>DayOfWeek</a:t>
            </a:r>
            <a:r>
              <a:rPr lang="en-GB" dirty="0"/>
              <a:t>, </a:t>
            </a:r>
            <a:r>
              <a:rPr lang="en-GB" dirty="0" err="1"/>
              <a:t>IsWorkingDay</a:t>
            </a:r>
            <a:r>
              <a:rPr lang="en-GB" dirty="0"/>
              <a:t>, </a:t>
            </a:r>
            <a:r>
              <a:rPr lang="en-GB" dirty="0" err="1"/>
              <a:t>IsBankHoliday</a:t>
            </a:r>
            <a:r>
              <a:rPr lang="en-GB" dirty="0"/>
              <a:t>, HierarchyLevel1, HierarchyLevel2, Seasonal, </a:t>
            </a:r>
            <a:r>
              <a:rPr lang="en-GB" dirty="0" err="1"/>
              <a:t>IsHub</a:t>
            </a:r>
            <a:r>
              <a:rPr lang="en-GB" dirty="0"/>
              <a:t>, LocationType1, LocationType2, Latitude, Longitude</a:t>
            </a:r>
          </a:p>
          <a:p>
            <a:pPr>
              <a:buFont typeface="Courier New" panose="02070309020205020404" pitchFamily="49" charset="0"/>
              <a:buChar char="o"/>
            </a:pPr>
            <a:r>
              <a:rPr lang="en-GB" b="1" dirty="0"/>
              <a:t>All Features including </a:t>
            </a:r>
            <a:r>
              <a:rPr lang="en-GB" b="1" dirty="0" err="1"/>
              <a:t>DemandUnits</a:t>
            </a:r>
            <a:endParaRPr lang="en-GB" b="1" dirty="0"/>
          </a:p>
          <a:p>
            <a:pPr>
              <a:buFont typeface="Courier New" panose="02070309020205020404" pitchFamily="49" charset="0"/>
              <a:buChar char="o"/>
            </a:pPr>
            <a:r>
              <a:rPr lang="en-GB" b="1" dirty="0"/>
              <a:t>All Features without Longitude and Latitude</a:t>
            </a:r>
          </a:p>
          <a:p>
            <a:pPr>
              <a:buFont typeface="Courier New" panose="02070309020205020404" pitchFamily="49" charset="0"/>
              <a:buChar char="o"/>
            </a:pPr>
            <a:r>
              <a:rPr lang="en-GB" b="1" dirty="0"/>
              <a:t>All Features without Longitude and Latitude including </a:t>
            </a:r>
            <a:r>
              <a:rPr lang="en-GB" b="1" dirty="0" err="1"/>
              <a:t>DemandUnits</a:t>
            </a:r>
            <a:endParaRPr lang="en-GB" b="1" dirty="0"/>
          </a:p>
        </p:txBody>
      </p:sp>
    </p:spTree>
    <p:extLst>
      <p:ext uri="{BB962C8B-B14F-4D97-AF65-F5344CB8AC3E}">
        <p14:creationId xmlns:p14="http://schemas.microsoft.com/office/powerpoint/2010/main" val="1431999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153AE-6CEF-4CE1-8B0D-F9EA42DEC151}"/>
              </a:ext>
            </a:extLst>
          </p:cNvPr>
          <p:cNvSpPr>
            <a:spLocks noGrp="1"/>
          </p:cNvSpPr>
          <p:nvPr>
            <p:ph type="title"/>
          </p:nvPr>
        </p:nvSpPr>
        <p:spPr>
          <a:xfrm>
            <a:off x="1097280" y="286604"/>
            <a:ext cx="10058400" cy="1018686"/>
          </a:xfrm>
        </p:spPr>
        <p:txBody>
          <a:bodyPr/>
          <a:lstStyle/>
          <a:p>
            <a:pPr algn="ctr"/>
            <a:r>
              <a:rPr lang="en-GB" dirty="0"/>
              <a:t>Models and Hyper-Parameters</a:t>
            </a:r>
          </a:p>
        </p:txBody>
      </p:sp>
      <p:sp>
        <p:nvSpPr>
          <p:cNvPr id="4" name="Content Placeholder 3">
            <a:extLst>
              <a:ext uri="{FF2B5EF4-FFF2-40B4-BE49-F238E27FC236}">
                <a16:creationId xmlns:a16="http://schemas.microsoft.com/office/drawing/2014/main" id="{D8C7C89D-BD16-44A2-A607-CA61D2822F54}"/>
              </a:ext>
            </a:extLst>
          </p:cNvPr>
          <p:cNvSpPr>
            <a:spLocks noGrp="1"/>
          </p:cNvSpPr>
          <p:nvPr>
            <p:ph sz="half" idx="2"/>
          </p:nvPr>
        </p:nvSpPr>
        <p:spPr>
          <a:xfrm>
            <a:off x="1097279" y="2120900"/>
            <a:ext cx="10308289" cy="3748194"/>
          </a:xfrm>
          <a:ln>
            <a:solidFill>
              <a:schemeClr val="accent1"/>
            </a:solidFill>
          </a:ln>
        </p:spPr>
        <p:txBody>
          <a:bodyPr>
            <a:normAutofit/>
          </a:bodyPr>
          <a:lstStyle/>
          <a:p>
            <a:pPr>
              <a:buFont typeface="Arial" panose="020B0604020202020204" pitchFamily="34" charset="0"/>
              <a:buChar char="•"/>
            </a:pPr>
            <a:r>
              <a:rPr lang="en-GB" b="1" u="sng" dirty="0"/>
              <a:t> Linear Regression:</a:t>
            </a:r>
            <a:r>
              <a:rPr lang="en-GB" b="1" dirty="0"/>
              <a:t> default</a:t>
            </a:r>
          </a:p>
          <a:p>
            <a:pPr>
              <a:buFont typeface="Arial" panose="020B0604020202020204" pitchFamily="34" charset="0"/>
              <a:buChar char="•"/>
            </a:pPr>
            <a:r>
              <a:rPr lang="en-GB" b="1" u="sng" dirty="0"/>
              <a:t> LASSO:</a:t>
            </a:r>
            <a:r>
              <a:rPr lang="en-GB" b="1" dirty="0"/>
              <a:t> </a:t>
            </a:r>
            <a:r>
              <a:rPr lang="el-GR" b="1" dirty="0"/>
              <a:t>α</a:t>
            </a:r>
            <a:r>
              <a:rPr lang="el-GR" dirty="0"/>
              <a:t> = 0.01, 0.0001; </a:t>
            </a:r>
            <a:r>
              <a:rPr lang="en-GB" b="1" dirty="0" err="1"/>
              <a:t>max_iter</a:t>
            </a:r>
            <a:r>
              <a:rPr lang="en-GB" b="1" dirty="0"/>
              <a:t> </a:t>
            </a:r>
            <a:r>
              <a:rPr lang="en-GB" dirty="0"/>
              <a:t>= 10000, 100000 </a:t>
            </a:r>
          </a:p>
          <a:p>
            <a:pPr>
              <a:buFont typeface="Arial" panose="020B0604020202020204" pitchFamily="34" charset="0"/>
              <a:buChar char="•"/>
            </a:pPr>
            <a:r>
              <a:rPr lang="en-GB" b="1" u="sng" dirty="0"/>
              <a:t> Ridge:</a:t>
            </a:r>
            <a:r>
              <a:rPr lang="en-GB" b="1" dirty="0"/>
              <a:t> default</a:t>
            </a:r>
            <a:r>
              <a:rPr lang="en-GB" dirty="0"/>
              <a:t>;</a:t>
            </a:r>
            <a:r>
              <a:rPr lang="en-GB" b="1" dirty="0"/>
              <a:t> </a:t>
            </a:r>
            <a:r>
              <a:rPr lang="el-GR" b="1" dirty="0"/>
              <a:t>α </a:t>
            </a:r>
            <a:r>
              <a:rPr lang="el-GR" dirty="0"/>
              <a:t>= 0.01, 0.1, 1, 10, 100 </a:t>
            </a:r>
            <a:endParaRPr lang="en-GB" dirty="0"/>
          </a:p>
          <a:p>
            <a:pPr>
              <a:buFont typeface="Arial" panose="020B0604020202020204" pitchFamily="34" charset="0"/>
              <a:buChar char="•"/>
            </a:pPr>
            <a:r>
              <a:rPr lang="en-GB" b="1" u="sng" dirty="0"/>
              <a:t> Random Forest Regressor:</a:t>
            </a:r>
            <a:r>
              <a:rPr lang="en-GB" b="1" dirty="0"/>
              <a:t> </a:t>
            </a:r>
            <a:r>
              <a:rPr lang="en-GB" b="1" dirty="0" err="1"/>
              <a:t>n_estimators</a:t>
            </a:r>
            <a:r>
              <a:rPr lang="en-GB" dirty="0"/>
              <a:t>= 5, 10; </a:t>
            </a:r>
            <a:r>
              <a:rPr lang="en-GB" b="1" dirty="0" err="1"/>
              <a:t>max_depth</a:t>
            </a:r>
            <a:r>
              <a:rPr lang="en-GB" dirty="0"/>
              <a:t>= 10, 20; </a:t>
            </a:r>
            <a:r>
              <a:rPr lang="en-GB" b="1" dirty="0"/>
              <a:t>bootstrap</a:t>
            </a:r>
            <a:r>
              <a:rPr lang="en-GB" dirty="0"/>
              <a:t>= True; </a:t>
            </a:r>
            <a:r>
              <a:rPr lang="en-GB" b="1" dirty="0" err="1"/>
              <a:t>n_jobs</a:t>
            </a:r>
            <a:r>
              <a:rPr lang="en-GB" dirty="0"/>
              <a:t>= -1 </a:t>
            </a:r>
          </a:p>
          <a:p>
            <a:pPr>
              <a:buFont typeface="Arial" panose="020B0604020202020204" pitchFamily="34" charset="0"/>
              <a:buChar char="•"/>
            </a:pPr>
            <a:r>
              <a:rPr lang="en-GB" b="1" u="sng" dirty="0"/>
              <a:t> </a:t>
            </a:r>
            <a:r>
              <a:rPr lang="en-GB" b="1" u="sng" dirty="0" err="1"/>
              <a:t>XGBoost</a:t>
            </a:r>
            <a:r>
              <a:rPr lang="en-GB" b="1" u="sng" dirty="0"/>
              <a:t>:</a:t>
            </a:r>
            <a:r>
              <a:rPr lang="en-GB" b="1" dirty="0"/>
              <a:t> </a:t>
            </a:r>
            <a:r>
              <a:rPr lang="en-GB" dirty="0"/>
              <a:t>default</a:t>
            </a:r>
            <a:endParaRPr lang="en-GB" b="1" dirty="0"/>
          </a:p>
        </p:txBody>
      </p:sp>
    </p:spTree>
    <p:extLst>
      <p:ext uri="{BB962C8B-B14F-4D97-AF65-F5344CB8AC3E}">
        <p14:creationId xmlns:p14="http://schemas.microsoft.com/office/powerpoint/2010/main" val="2762645494"/>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2E5ECA37-C458-4BA2-A090-D7A19E07B434}">
  <ds:schemaRefs>
    <ds:schemaRef ds:uri="http://schemas.microsoft.com/sharepoint/v3/contenttype/forms"/>
  </ds:schemaRefs>
</ds:datastoreItem>
</file>

<file path=customXml/itemProps2.xml><?xml version="1.0" encoding="utf-8"?>
<ds:datastoreItem xmlns:ds="http://schemas.openxmlformats.org/officeDocument/2006/customXml" ds:itemID="{7A26AAF5-6CFC-4C52-B7DF-08410EDE67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F503EC-3FFF-4193-A86F-39150E2BAC7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{9414ED0D-202D-427A-9173-9945CB7F3CC8}tf11429527_win32</Template>
  <TotalTime>0</TotalTime>
  <Words>380</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Bookman Old Style</vt:lpstr>
      <vt:lpstr>Calibri</vt:lpstr>
      <vt:lpstr>Courier New</vt:lpstr>
      <vt:lpstr>Franklin Gothic Book</vt:lpstr>
      <vt:lpstr>1_RetrospectVTI</vt:lpstr>
      <vt:lpstr>Argos  Customer Order-In Propensity</vt:lpstr>
      <vt:lpstr>Machine Learning</vt:lpstr>
      <vt:lpstr>Project Code Structure</vt:lpstr>
      <vt:lpstr>Exploratory Data Analysis</vt:lpstr>
      <vt:lpstr>Sets of Features</vt:lpstr>
      <vt:lpstr>Models and Hyper-Parameters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Assurance</dc:title>
  <dc:creator>Shahrukh Kamal Khan</dc:creator>
  <cp:lastModifiedBy>Shahrukh Kamal Khan</cp:lastModifiedBy>
  <cp:revision>8</cp:revision>
  <dcterms:created xsi:type="dcterms:W3CDTF">2020-11-20T18:18:45Z</dcterms:created>
  <dcterms:modified xsi:type="dcterms:W3CDTF">2021-09-09T12:44:24Z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